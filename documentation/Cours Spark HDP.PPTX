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0" r:id="rId5"/>
    <p:sldId id="261" r:id="rId6"/>
    <p:sldId id="259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4" y="1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03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25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83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55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46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28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63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27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36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92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29EC0-1502-4E25-90D6-2FD83F3D59C6}" type="datetimeFigureOut">
              <a:rPr lang="fr-FR" smtClean="0"/>
              <a:t>29/11/2018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1FD9D-4001-467B-84AF-36FB1346F5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20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84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28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Framework open source de calcul distribué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Calcul en mémoire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765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Historique : </a:t>
            </a:r>
            <a:r>
              <a:rPr lang="fr-FR" dirty="0" err="1" smtClean="0"/>
              <a:t>MapReduce</a:t>
            </a:r>
            <a:endParaRPr lang="fr-FR" dirty="0" smtClean="0"/>
          </a:p>
          <a:p>
            <a:pPr lvl="1"/>
            <a:r>
              <a:rPr lang="fr-FR" dirty="0" smtClean="0"/>
              <a:t>…</a:t>
            </a:r>
          </a:p>
          <a:p>
            <a:pPr lvl="1"/>
            <a:r>
              <a:rPr lang="fr-FR" dirty="0" smtClean="0"/>
              <a:t>…</a:t>
            </a:r>
          </a:p>
          <a:p>
            <a:r>
              <a:rPr lang="fr-FR" dirty="0" err="1" smtClean="0"/>
              <a:t>Spark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…</a:t>
            </a:r>
          </a:p>
          <a:p>
            <a:pPr lvl="1"/>
            <a:endParaRPr lang="fr-FR" dirty="0"/>
          </a:p>
          <a:p>
            <a:r>
              <a:rPr lang="fr-FR" dirty="0" smtClean="0"/>
              <a:t>Comparaison temps de calcul</a:t>
            </a:r>
          </a:p>
        </p:txBody>
      </p:sp>
    </p:spTree>
    <p:extLst>
      <p:ext uri="{BB962C8B-B14F-4D97-AF65-F5344CB8AC3E}">
        <p14:creationId xmlns:p14="http://schemas.microsoft.com/office/powerpoint/2010/main" val="263098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SparkSQL</a:t>
            </a:r>
            <a:r>
              <a:rPr lang="fr-FR" dirty="0" smtClean="0"/>
              <a:t> (Data </a:t>
            </a:r>
            <a:r>
              <a:rPr lang="fr-FR" dirty="0" err="1" smtClean="0"/>
              <a:t>processing</a:t>
            </a:r>
            <a:r>
              <a:rPr lang="fr-FR" dirty="0" smtClean="0"/>
              <a:t> </a:t>
            </a:r>
            <a:r>
              <a:rPr lang="fr-FR" dirty="0" smtClean="0"/>
              <a:t>ETL)</a:t>
            </a:r>
            <a:endParaRPr lang="fr-FR" dirty="0" smtClean="0"/>
          </a:p>
          <a:p>
            <a:r>
              <a:rPr lang="fr-FR" dirty="0" smtClean="0"/>
              <a:t>Streaming</a:t>
            </a:r>
          </a:p>
          <a:p>
            <a:r>
              <a:rPr lang="fr-FR" dirty="0" smtClean="0"/>
              <a:t>Machine Learning</a:t>
            </a:r>
          </a:p>
          <a:p>
            <a:r>
              <a:rPr lang="fr-FR" dirty="0" err="1" smtClean="0"/>
              <a:t>GraphX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04786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Les distributions de </a:t>
            </a:r>
            <a:r>
              <a:rPr lang="fr-FR" dirty="0" err="1" smtClean="0"/>
              <a:t>Spark</a:t>
            </a:r>
            <a:r>
              <a:rPr lang="fr-FR" dirty="0" smtClean="0"/>
              <a:t> :</a:t>
            </a:r>
          </a:p>
          <a:p>
            <a:pPr lvl="1"/>
            <a:r>
              <a:rPr lang="fr-FR" dirty="0" err="1" smtClean="0"/>
              <a:t>HortonWorks</a:t>
            </a:r>
            <a:endParaRPr lang="fr-FR" dirty="0" smtClean="0"/>
          </a:p>
          <a:p>
            <a:pPr lvl="1"/>
            <a:r>
              <a:rPr lang="fr-FR" dirty="0" err="1" smtClean="0"/>
              <a:t>DataBricks</a:t>
            </a:r>
            <a:endParaRPr lang="fr-FR" dirty="0" smtClean="0"/>
          </a:p>
          <a:p>
            <a:pPr lvl="1"/>
            <a:r>
              <a:rPr lang="fr-FR" dirty="0" err="1" smtClean="0"/>
              <a:t>MapR</a:t>
            </a:r>
            <a:endParaRPr lang="fr-FR" dirty="0" smtClean="0"/>
          </a:p>
          <a:p>
            <a:r>
              <a:rPr lang="fr-FR" dirty="0" smtClean="0"/>
              <a:t>Langages:</a:t>
            </a:r>
          </a:p>
          <a:p>
            <a:pPr lvl="1"/>
            <a:r>
              <a:rPr lang="fr-FR" dirty="0" smtClean="0"/>
              <a:t>Scala</a:t>
            </a:r>
          </a:p>
          <a:p>
            <a:pPr lvl="1"/>
            <a:r>
              <a:rPr lang="fr-FR" dirty="0" smtClean="0"/>
              <a:t>Python</a:t>
            </a:r>
          </a:p>
          <a:p>
            <a:pPr lvl="1"/>
            <a:r>
              <a:rPr lang="fr-FR" dirty="0" smtClean="0"/>
              <a:t>R</a:t>
            </a:r>
          </a:p>
          <a:p>
            <a:pPr lvl="1"/>
            <a:r>
              <a:rPr lang="fr-FR" dirty="0" smtClean="0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4379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Accélère le calcul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620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461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Utiliser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16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Utiliser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Formats </a:t>
            </a:r>
          </a:p>
          <a:p>
            <a:pPr lvl="1"/>
            <a:r>
              <a:rPr lang="fr-FR" dirty="0" smtClean="0"/>
              <a:t>RDD</a:t>
            </a:r>
          </a:p>
          <a:p>
            <a:pPr lvl="1"/>
            <a:r>
              <a:rPr lang="fr-FR" dirty="0" err="1" smtClean="0"/>
              <a:t>Dataframe</a:t>
            </a:r>
            <a:endParaRPr lang="fr-FR" dirty="0" smtClean="0"/>
          </a:p>
          <a:p>
            <a:pPr lvl="1"/>
            <a:r>
              <a:rPr lang="fr-FR" dirty="0" err="1" smtClean="0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043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Utiliser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RDD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00911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81</Words>
  <Application>Microsoft Office PowerPoint</Application>
  <PresentationFormat>Grand écran</PresentationFormat>
  <Paragraphs>39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Définition de Spark</vt:lpstr>
      <vt:lpstr>Définition de Spark</vt:lpstr>
      <vt:lpstr>Définition de Spark</vt:lpstr>
      <vt:lpstr>Définition de Spark</vt:lpstr>
      <vt:lpstr>Définition de Spark</vt:lpstr>
      <vt:lpstr>Définition de Spark</vt:lpstr>
      <vt:lpstr>Définition de Spark</vt:lpstr>
      <vt:lpstr>Utiliser Spark</vt:lpstr>
      <vt:lpstr>Utiliser Spark</vt:lpstr>
      <vt:lpstr>Utiliser Spark</vt:lpstr>
    </vt:vector>
  </TitlesOfParts>
  <Company>EDF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 Jean-paul</dc:creator>
  <cp:lastModifiedBy>LE Jean-paul</cp:lastModifiedBy>
  <cp:revision>24</cp:revision>
  <dcterms:created xsi:type="dcterms:W3CDTF">2018-11-24T16:31:37Z</dcterms:created>
  <dcterms:modified xsi:type="dcterms:W3CDTF">2018-11-29T13:57:42Z</dcterms:modified>
</cp:coreProperties>
</file>